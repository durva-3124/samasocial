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REST APIs —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REST stands for Representational State Transfer, an architectural style for distributed 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REST was defined by Roy Fielding in his 2000 doctoral dissertation.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REST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The six REST constraints are: client-server, stateless, cacheable, uniform interface, layered system, and code on demand.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Statelessness means each request must contain all information needed to process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HTTP Methods and Status Codes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HTTP methods used in REST: GET (read), POST (create), PUT (replace), PATCH (update), DELETE (remove).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A 200 OK response indicates success; 201 Created is returned after a successful POST.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Resources and HATEOAS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Resources in REST are identified by URIs; representations can be JSON or XML.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HATEOAS (Hypermedia as the Engine of Application State) allows clients to navigate APIs via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Rate Limiting and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Rate limiting protects APIs from abuse; the 429 Too Many Requests status code signals this.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API versioning strategies include URI versioning (/v1/), header versioning, and query parameter versioning.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/>
              <a:t>Documentation and Auth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OpenAPI Specification (formerly Swagger) is the standard for documenting REST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39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/>
              <a:t>JWT (JSON Web Token) is commonly used for stateless authentication in REST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